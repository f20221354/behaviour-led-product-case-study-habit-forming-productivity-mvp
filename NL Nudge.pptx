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forms.gle/nudge-survey-placeholder" TargetMode="External"/><Relationship Id="rId6" Type="http://schemas.openxmlformats.org/officeDocument/2006/relationships/hyperlink" Target="https://docs.google.com/document/d/nudge-interview-guide" TargetMode="External"/><Relationship Id="rId7" Type="http://schemas.openxmlformats.org/officeDocument/2006/relationships/hyperlink" Target="https://docs.google.com/spreadsheets/d/nudge-teardown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nudge-mvp.lovable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146304" cy="146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CONCEPT   ·   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1828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Nudge.</a:t>
            </a:r>
            <a:endParaRPr lang="en-US" sz="110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small. Stay moving.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4343400"/>
            <a:ext cx="1097280" cy="0"/>
          </a:xfrm>
          <a:prstGeom prst="line">
            <a:avLst/>
          </a:prstGeom>
          <a:noFill/>
          <a:ln w="25400">
            <a:solidFill>
              <a:srgbClr val="E56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26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behavioural-first productivity app for young professionals who don't need another to-do list — they need help crossing the starting line.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0" y="45720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BET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Procrastination is an emotional tax, not a time-management problem. Reward the start — and the rest follows.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9-slide concept deck  ·  MVP hypothesis, research, design, GTM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 ·   MARKET LANDSCAPE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solves for lists. The real problem is the emotional cost of starting.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tools actually solve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2423160"/>
            <a:ext cx="5760720" cy="658368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423160"/>
            <a:ext cx="54864" cy="6583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478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Todoist · TickTick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52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organise — become dumping grounds.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3136392"/>
            <a:ext cx="5760720" cy="658368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136392"/>
            <a:ext cx="54864" cy="6583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191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· ClickUp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77240" y="34655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flexibility — setup itself becomes the procrastination.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3849624"/>
            <a:ext cx="5760720" cy="658368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849624"/>
            <a:ext cx="54864" cy="6583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904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 · Focusmate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4178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focus once started — silent on starting.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" y="4562856"/>
            <a:ext cx="5760720" cy="658368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4562856"/>
            <a:ext cx="54864" cy="6583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Habitica · Streaks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77240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Gamify — streak-shaming pushes users to quit after one miss.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720840" y="1965960"/>
            <a:ext cx="4846320" cy="329184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20840" y="1965960"/>
            <a:ext cx="91440" cy="3291840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2402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0664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040880" y="26974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reduce the cost of starting a task to under 2 minutes, and reframe the reward around starts (not completions), users break the procrastination loop — and the loop compounds into a daily habit.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7040880" y="4572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in: </a:t>
            </a:r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Motivation Theory (Steel, 2007), Tiny Habits (Fogg, 2019), Zeigarnik Effect.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9436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594360" y="5852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professionals (22–30) self-report weekly procrastination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9436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Workforce Pulse, 2024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43484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/ 0.6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4434840" y="5852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apps installed vs. used daily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43484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Annie India, 2024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827532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$102B</a:t>
            </a:r>
            <a:endParaRPr lang="en-US" sz="2600" dirty="0"/>
          </a:p>
        </p:txBody>
      </p:sp>
      <p:sp>
        <p:nvSpPr>
          <p:cNvPr id="35" name="Text 31"/>
          <p:cNvSpPr/>
          <p:nvPr/>
        </p:nvSpPr>
        <p:spPr>
          <a:xfrm>
            <a:off x="8275320" y="5852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productivity-software TAM, 14% CAGR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827532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Statista, 2025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triangulate — behavioural science, 20 interviews, and a 2-week diary study.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" y="1965960"/>
            <a:ext cx="3611880" cy="333756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965960"/>
            <a:ext cx="3611880" cy="73152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2199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science + teardowns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8680" y="37033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Temporal Motivation Theory, Tiny Habits, JTBD, Hook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audit of 8 competitors: screen-by-screen time-to-first-task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signals from Reddit, Play Store 1-star reviews (n ≈ 2,000)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434840" y="1965960"/>
            <a:ext cx="3611880" cy="333756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34840" y="1965960"/>
            <a:ext cx="3611880" cy="73152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2199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QUALITATIVE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70916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interviews + diary study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709160" y="37033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1-hr depth interviews: 22–30 yr professionals, Blr / Del / Mum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via r/india, r/indianjobs, LinkedIn DMs (screener attached)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diary study with 10 chronic procrastinators on current tools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275320" y="1965960"/>
            <a:ext cx="3611880" cy="3337560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75320" y="1965960"/>
            <a:ext cx="3611880" cy="73152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22199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4964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QUANTITATIVE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549640" y="2880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(n = 250+)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549640" y="370332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framing + task-abandonment triggers + willingness-to-pay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LinkedIn, campus WhatsApp groups; India-weighted sample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Analyse: do users describe procrastination as emotional or time-based?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" y="5440680"/>
            <a:ext cx="11002975" cy="713232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learn: 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22960" y="577900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procrastination framed emotionally or as time failure?  </a:t>
            </a:r>
            <a:pPr indent="0" marL="0">
              <a:buNone/>
            </a:pPr>
            <a:r>
              <a:rPr lang="en-US" sz="1400" b="1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friction level do users abandon?  </a:t>
            </a:r>
            <a:pPr indent="0" marL="0">
              <a:buNone/>
            </a:pPr>
            <a:r>
              <a:rPr lang="en-US" sz="1400" b="1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workarounds hint at unmet needs?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94360" y="626364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Attached: </a:t>
            </a:r>
            <a:pPr indent="0" marL="0">
              <a:buNone/>
            </a:pPr>
            <a:r>
              <a:rPr lang="en-US" sz="1400" b="1" u="sng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Link survey he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Survey template</a:t>
            </a:r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u="sng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Link guide he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 guide</a:t>
            </a:r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u="sng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Link teardown he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Competitor teardown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  ·   OPPORTUNITY SIZE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Anxious Achiever — chronic starter, guilt-spiral finisher.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" y="1874520"/>
            <a:ext cx="5669280" cy="370332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ANXIOUS ACHIEVER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16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22–28 yrs · 1–4 yrs work experience · Metro India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MARKERS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2004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tasks at ~85% of deadline; works best under panic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productivity apps installed, active in ≤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Sunday-evening over-planner; Wednesday abandoner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Guilt-scrolls Instagram when stuck on one blocker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bold resolutions Jan 1, drops by mid-Feb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62940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words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4086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22860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to-do list is a shame machine.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629400" y="2999232"/>
            <a:ext cx="4937760" cy="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11810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3063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know what I need to do. I just can't start.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629400" y="3776472"/>
            <a:ext cx="4937760" cy="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534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3840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missed day and the whole system collapses.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6629400" y="4553712"/>
            <a:ext cx="4937760" cy="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672584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4617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 accountability — without feeling judged.</a:t>
            </a:r>
            <a:endParaRPr lang="en-US" sz="1700" dirty="0"/>
          </a:p>
        </p:txBody>
      </p:sp>
      <p:sp>
        <p:nvSpPr>
          <p:cNvPr id="23" name="Text 15"/>
          <p:cNvSpPr/>
          <p:nvPr/>
        </p:nvSpPr>
        <p:spPr>
          <a:xfrm>
            <a:off x="59436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M</a:t>
            </a:r>
            <a:endParaRPr lang="en-US" sz="2600" dirty="0"/>
          </a:p>
        </p:txBody>
      </p:sp>
      <p:sp>
        <p:nvSpPr>
          <p:cNvPr id="24" name="Text 16"/>
          <p:cNvSpPr/>
          <p:nvPr/>
        </p:nvSpPr>
        <p:spPr>
          <a:xfrm>
            <a:off x="1965960" y="5779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94360" y="6217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22–30 professionals who self-report chronic procrastination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443484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</a:t>
            </a:r>
            <a:endParaRPr lang="en-US" sz="2600" dirty="0"/>
          </a:p>
        </p:txBody>
      </p:sp>
      <p:sp>
        <p:nvSpPr>
          <p:cNvPr id="27" name="Text 19"/>
          <p:cNvSpPr/>
          <p:nvPr/>
        </p:nvSpPr>
        <p:spPr>
          <a:xfrm>
            <a:off x="5806440" y="5779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434840" y="6217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Smartphone-native, already using ≥ 1 productivity tool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827532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K</a:t>
            </a:r>
            <a:endParaRPr lang="en-US" sz="2600" dirty="0"/>
          </a:p>
        </p:txBody>
      </p:sp>
      <p:sp>
        <p:nvSpPr>
          <p:cNvPr id="30" name="Text 22"/>
          <p:cNvSpPr/>
          <p:nvPr/>
        </p:nvSpPr>
        <p:spPr>
          <a:xfrm>
            <a:off x="9646920" y="5779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Y1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8275320" y="6217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Signups; 5 K paying = ~₹1 Cr ARR at ₹1,499 / yr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features earn their place. Everything else waits.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by: </a:t>
            </a:r>
            <a:pPr indent="0" marL="0">
              <a:buNone/>
            </a:pPr>
            <a:r>
              <a:rPr lang="en-US" sz="15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hypothesis  ×  Retention leverage  ÷  Build effort.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2286000"/>
            <a:ext cx="3611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68680" y="3154680"/>
            <a:ext cx="548640" cy="0"/>
          </a:xfrm>
          <a:prstGeom prst="line">
            <a:avLst/>
          </a:prstGeom>
          <a:noFill/>
          <a:ln w="19050">
            <a:solidFill>
              <a:srgbClr val="E56B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2-Minute Starter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breaks every task into a ≤ 2-min first action. "Finish Q4 deck" → "Open the file, retitle slide 1."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 MVP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Operationalises the hypothesis directly. Lowest build cost — prompt + one screen.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2286000"/>
            <a:ext cx="3611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4709160" y="3154680"/>
            <a:ext cx="548640" cy="0"/>
          </a:xfrm>
          <a:prstGeom prst="line">
            <a:avLst/>
          </a:prstGeom>
          <a:noFill/>
          <a:ln w="19050">
            <a:solidFill>
              <a:srgbClr val="E56B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Momentum Score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70916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0916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that decays 5% per missed day — not resets to zero. Ever-present, gentle, non-shaming.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0916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 MVP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0916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streak anxiety — the #1 reason users quit Habitica-style apps. Our behavioural wedge.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75320" y="2286000"/>
            <a:ext cx="3611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4964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8549640" y="3154680"/>
            <a:ext cx="548640" cy="0"/>
          </a:xfrm>
          <a:prstGeom prst="line">
            <a:avLst/>
          </a:prstGeom>
          <a:noFill/>
          <a:ln w="19050">
            <a:solidFill>
              <a:srgbClr val="E56B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496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Pulse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54964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549640" y="4023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1 person. They see your weekly 'starts' only — no tasks. Weekly digest, no feed.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549640" y="4983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 MVP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549640" y="5212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without judgement, plus a viral loop. Retention multiplier in every social productivity app we studied.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94360" y="5943600"/>
            <a:ext cx="11002975" cy="713232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6016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CUT FROM v1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features  </a:t>
            </a:r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 ICP)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Calendar sync  </a:t>
            </a:r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(table stakes)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Desktop  </a:t>
            </a:r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(mobile-first)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XP &amp; levels  </a:t>
            </a:r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(Habitica lesson)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Mood tracking  </a:t>
            </a:r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(scope creep)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five-step loop. That's the whole product.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" y="1920240"/>
            <a:ext cx="1965960" cy="13716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jots a task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527" y="246888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53614" y="1920240"/>
            <a:ext cx="1965960" cy="13716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36494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036494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036494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2-min first action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781" y="2468880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12868" y="1920240"/>
            <a:ext cx="1965960" cy="13716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295748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5295748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295748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engine picks window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035" y="246888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72121" y="1920240"/>
            <a:ext cx="1965960" cy="13716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555001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555001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Nudge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55001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"2 mins — just open it?"</a:t>
            </a:r>
            <a:endParaRPr lang="en-US" sz="14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288" y="2468880"/>
            <a:ext cx="201168" cy="20116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631375" y="1920240"/>
            <a:ext cx="1965960" cy="13716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814255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9814255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9814255" y="2852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'Started' → Momentum +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943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22960" y="3931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14400" y="4059936"/>
            <a:ext cx="1737360" cy="2121408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05840" y="4197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one task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005840" y="44531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been avoiding?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1005840" y="4901184"/>
            <a:ext cx="1554480" cy="457200"/>
          </a:xfrm>
          <a:prstGeom prst="rect">
            <a:avLst/>
          </a:prstGeom>
          <a:solidFill>
            <a:srgbClr val="F8F5F0"/>
          </a:solidFill>
          <a:ln w="6350">
            <a:solidFill>
              <a:srgbClr val="DCE3E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78992" y="499262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Q4 deck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51560" y="5596128"/>
            <a:ext cx="1463040" cy="384048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51560" y="5641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my starter →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22960" y="6336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Capture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5138928" y="3931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230368" y="4059936"/>
            <a:ext cx="1737360" cy="2121408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321808" y="4169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10:47 · Nudge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5321808" y="4425696"/>
            <a:ext cx="1554480" cy="0"/>
          </a:xfrm>
          <a:prstGeom prst="line">
            <a:avLst/>
          </a:prstGeom>
          <a:noFill/>
          <a:ln w="6350">
            <a:solidFill>
              <a:srgbClr val="DCE3E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321808" y="4498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2 minutes.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5321808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file,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5321808" y="5047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retitle slide 1.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5394960" y="5431536"/>
            <a:ext cx="1408176" cy="347472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394960" y="546811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5394960" y="5833872"/>
            <a:ext cx="140817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5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394960" y="586130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 30 min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5138928" y="6336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Nudge</a:t>
            </a:r>
            <a:endParaRPr lang="en-US" sz="1400" dirty="0"/>
          </a:p>
        </p:txBody>
      </p:sp>
      <p:sp>
        <p:nvSpPr>
          <p:cNvPr id="51" name="Shape 44"/>
          <p:cNvSpPr/>
          <p:nvPr/>
        </p:nvSpPr>
        <p:spPr>
          <a:xfrm>
            <a:off x="9454896" y="39319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9546336" y="4059936"/>
            <a:ext cx="1737360" cy="2121408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9637776" y="4151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54" name="Text 47"/>
          <p:cNvSpPr/>
          <p:nvPr/>
        </p:nvSpPr>
        <p:spPr>
          <a:xfrm>
            <a:off x="9637776" y="4389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3200" dirty="0"/>
          </a:p>
        </p:txBody>
      </p:sp>
      <p:sp>
        <p:nvSpPr>
          <p:cNvPr id="55" name="Text 48"/>
          <p:cNvSpPr/>
          <p:nvPr/>
        </p:nvSpPr>
        <p:spPr>
          <a:xfrm>
            <a:off x="9637776" y="49286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9665208" y="5573268"/>
            <a:ext cx="186799" cy="150876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9879439" y="5497830"/>
            <a:ext cx="186799" cy="22631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0093670" y="5447538"/>
            <a:ext cx="186799" cy="276606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0307901" y="5522976"/>
            <a:ext cx="186799" cy="2011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0522131" y="5397246"/>
            <a:ext cx="186799" cy="32689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0736362" y="5362042"/>
            <a:ext cx="186799" cy="36210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0950593" y="5382158"/>
            <a:ext cx="186799" cy="341986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9637776" y="57972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 days started</a:t>
            </a:r>
            <a:endParaRPr lang="en-US" sz="1400" dirty="0"/>
          </a:p>
        </p:txBody>
      </p:sp>
      <p:sp>
        <p:nvSpPr>
          <p:cNvPr id="64" name="Text 57"/>
          <p:cNvSpPr/>
          <p:nvPr/>
        </p:nvSpPr>
        <p:spPr>
          <a:xfrm>
            <a:off x="9454896" y="6336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Momentum</a:t>
            </a:r>
            <a:endParaRPr lang="en-US" sz="1400" dirty="0"/>
          </a:p>
        </p:txBody>
      </p:sp>
      <p:sp>
        <p:nvSpPr>
          <p:cNvPr id="65" name="Text 58"/>
          <p:cNvSpPr/>
          <p:nvPr/>
        </p:nvSpPr>
        <p:spPr>
          <a:xfrm>
            <a:off x="594360" y="655624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Supabase · Claude API (cached prompts) · FCM + APNs push · Segment logs</a:t>
            </a:r>
            <a:endParaRPr lang="en-US" sz="1400" dirty="0"/>
          </a:p>
        </p:txBody>
      </p:sp>
      <p:sp>
        <p:nvSpPr>
          <p:cNvPr id="66" name="Text 59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days, through Meera's eyes — from first reel to first paying week.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91640" y="4160520"/>
            <a:ext cx="8808415" cy="0"/>
          </a:xfrm>
          <a:prstGeom prst="line">
            <a:avLst/>
          </a:prstGeom>
          <a:noFill/>
          <a:ln w="19050">
            <a:solidFill>
              <a:srgbClr val="DCE3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81912" y="4050792"/>
            <a:ext cx="219456" cy="219456"/>
          </a:xfrm>
          <a:prstGeom prst="ellipse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91640" y="3840480"/>
            <a:ext cx="0" cy="32004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past an Ankur Warikoo reel: "for people who can't start." Taps install.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84016" y="4050792"/>
            <a:ext cx="219456" cy="219456"/>
          </a:xfrm>
          <a:prstGeom prst="ellipse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93744" y="4270248"/>
            <a:ext cx="0" cy="256032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42184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42184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842184" y="5212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 setup. "What have you been avoiding?" → Q4 deck. Invites Riya as buddy.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86120" y="4050792"/>
            <a:ext cx="219456" cy="219456"/>
          </a:xfrm>
          <a:prstGeom prst="ellipse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5848" y="3840480"/>
            <a:ext cx="0" cy="32004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4288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44288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start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044288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10:47 AM nudge. "2 mins to open the file." Taps Started — works 40 mins. Relief.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88223" y="4050792"/>
            <a:ext cx="219456" cy="219456"/>
          </a:xfrm>
          <a:prstGeom prst="ellipse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97951" y="4270248"/>
            <a:ext cx="0" cy="256032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6391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46391" y="4800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246391" y="52120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starts today. "Momentum dipped 5 pts. You're still in this." Seen, not shamed.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390327" y="4050792"/>
            <a:ext cx="219456" cy="219456"/>
          </a:xfrm>
          <a:prstGeom prst="ellipse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500055" y="3840480"/>
            <a:ext cx="0" cy="32004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48495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48495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448495" y="26974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 days with a start. Riya sends a 🙌. Recap → upgrade to Pro (₹1,499 / yr).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4360" y="6236208"/>
            <a:ext cx="10088575" cy="347472"/>
          </a:xfrm>
          <a:prstGeom prst="rect">
            <a:avLst/>
          </a:prstGeom>
          <a:solidFill>
            <a:srgbClr val="F8F5F0"/>
          </a:solidFill>
          <a:ln w="12700">
            <a:solidFill>
              <a:srgbClr val="F8F5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" y="6281928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ARC   </a:t>
            </a:r>
            <a:pPr indent="0" marL="0">
              <a:buNone/>
            </a:pPr>
            <a:r>
              <a:rPr lang="en-US" sz="1400" i="1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 → curiosity → relief → self-compassion → confidence.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MONETISATION · DISTRIBUTION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star is simple: people who actually start — weekly.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329184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9385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94360" y="2560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4360" y="27889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Active Starters — users who tap "Started" on ≥ 3 days in a rolling 7-day window.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37033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4360" y="3931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/ D7 / D30 retention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tasks with Started within 24h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Nudge-to-start conversion rate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4360" y="5120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94360" y="5349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· free → paid conversion 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· NPS · ARR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434840" y="1920240"/>
            <a:ext cx="0" cy="406908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1920240"/>
            <a:ext cx="0" cy="4069080"/>
          </a:xfrm>
          <a:prstGeom prst="line">
            <a:avLst/>
          </a:prstGeom>
          <a:noFill/>
          <a:ln w="9525">
            <a:solidFill>
              <a:srgbClr val="DCE3E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2024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0" y="19385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0" y="2560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— pay for leverage, not access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 / day  ·  1 buddy  ·  basic Momentum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0" y="3931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₹199 / mo   or   ₹1,499 / yr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572000" y="4343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tasks  ·  smart scheduling  ·  3 buddies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72000" y="5029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572000" y="52578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conversion: 8–10%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baseline: 2–5%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92024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06840" y="19385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549640" y="25603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channels activated properly — not twelve half-pursued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549640" y="3154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CREATOR DEPTH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549640" y="34290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exclusive partnerships with 2–3 Indian creators (Warikoo, Varun Mayya's circle). Co-create behavioural-science stories, not product ads.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549640" y="4709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COMMUNITY-LED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549640" y="49834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r/getdisciplined, r/india, X productivity circles with science-backed threads. Measure referral signups, not upvotes.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94360" y="6080760"/>
            <a:ext cx="10088575" cy="457200"/>
          </a:xfrm>
          <a:prstGeom prst="rect">
            <a:avLst/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2960" y="61722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·  </a:t>
            </a:r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MVP prototype (Lovable): </a:t>
            </a:r>
            <a:pPr indent="0" marL="0">
              <a:buNone/>
            </a:pPr>
            <a:r>
              <a:rPr lang="en-US" sz="1400" b="1" u="sng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Replace with live prototyp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nudge-mvp.lovable.app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5488"/>
            <a:ext cx="128016" cy="128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528" y="393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kill this — and how we'd defuse it.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" y="1783080"/>
            <a:ext cx="11002975" cy="457200"/>
          </a:xfrm>
          <a:prstGeom prst="rect">
            <a:avLst/>
          </a:prstGeom>
          <a:solidFill>
            <a:srgbClr val="24383F"/>
          </a:solidFill>
          <a:ln w="12700">
            <a:solidFill>
              <a:srgbClr val="2438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892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5196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REAL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5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240280"/>
            <a:ext cx="11002975" cy="0"/>
          </a:xfrm>
          <a:prstGeom prst="line">
            <a:avLst/>
          </a:prstGeom>
          <a:noFill/>
          <a:ln w="3175">
            <a:solidFill>
              <a:srgbClr val="A8B6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35000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Becomes another dumping ground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51960" y="23500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 app ends here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863840" y="23500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cap: 3 tasks/day on free tier  ·  auto-archive after 48h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2953512"/>
            <a:ext cx="11002975" cy="713232"/>
          </a:xfrm>
          <a:prstGeom prst="rect">
            <a:avLst/>
          </a:prstGeom>
          <a:solidFill>
            <a:srgbClr val="24383F">
              <a:alpha val="50000"/>
            </a:srgbClr>
          </a:solidFill>
          <a:ln w="12700">
            <a:solidFill>
              <a:srgbClr val="2438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953512"/>
            <a:ext cx="11002975" cy="0"/>
          </a:xfrm>
          <a:prstGeom prst="line">
            <a:avLst/>
          </a:prstGeom>
          <a:noFill/>
          <a:ln w="3175">
            <a:solidFill>
              <a:srgbClr val="A8B6B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632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fatigue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51960" y="30632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push fatigue is peaking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63840" y="3063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timing engine  ·  user-set quiet hours  ·  opt-in nudges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" y="3666744"/>
            <a:ext cx="11002975" cy="0"/>
          </a:xfrm>
          <a:prstGeom prst="line">
            <a:avLst/>
          </a:prstGeom>
          <a:noFill/>
          <a:ln w="3175">
            <a:solidFill>
              <a:srgbClr val="A8B6B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7764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Buddy drop-off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251960" y="37764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effort kills pairs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0" y="37764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"Stranger buddy" pool as fallback  ·  weekly rotation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4360" y="4379976"/>
            <a:ext cx="11002975" cy="713232"/>
          </a:xfrm>
          <a:prstGeom prst="rect">
            <a:avLst/>
          </a:prstGeom>
          <a:solidFill>
            <a:srgbClr val="24383F">
              <a:alpha val="50000"/>
            </a:srgbClr>
          </a:solidFill>
          <a:ln w="12700">
            <a:solidFill>
              <a:srgbClr val="2438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4379976"/>
            <a:ext cx="11002975" cy="0"/>
          </a:xfrm>
          <a:prstGeom prst="line">
            <a:avLst/>
          </a:prstGeom>
          <a:noFill/>
          <a:ln w="3175">
            <a:solidFill>
              <a:srgbClr val="A8B6B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4897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Willingness-to-pay in India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251960" y="44897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is non-trivial for students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63840" y="448970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plans upfront  ·  ₹99 student tier  ·  B2B2C optional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5093208"/>
            <a:ext cx="11002975" cy="0"/>
          </a:xfrm>
          <a:prstGeom prst="line">
            <a:avLst/>
          </a:prstGeom>
          <a:noFill/>
          <a:ln w="3175">
            <a:solidFill>
              <a:srgbClr val="A8B6B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52029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Todoist / Google clone the wedge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251960" y="52029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with 30M+ users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63840" y="52029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is behavioural framing, not features  ·  brand + science moat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94360" y="6007608"/>
            <a:ext cx="73152" cy="713232"/>
          </a:xfrm>
          <a:prstGeom prst="rect">
            <a:avLst/>
          </a:prstGeom>
          <a:solidFill>
            <a:srgbClr val="E56B4E"/>
          </a:solidFill>
          <a:ln w="12700">
            <a:solidFill>
              <a:srgbClr val="E56B4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6007608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we accept: this is a focus bet. We are intentionally not building another list app.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109441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8B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Nudge — Product Concept</dc:title>
  <dc:subject>PptxGenJS Presentation</dc:subject>
  <dc:creator>PptxGenJS</dc:creator>
  <cp:lastModifiedBy>PptxGenJS</cp:lastModifiedBy>
  <cp:revision>1</cp:revision>
  <dcterms:created xsi:type="dcterms:W3CDTF">2026-04-23T17:39:50Z</dcterms:created>
  <dcterms:modified xsi:type="dcterms:W3CDTF">2026-04-23T17:39:50Z</dcterms:modified>
</cp:coreProperties>
</file>